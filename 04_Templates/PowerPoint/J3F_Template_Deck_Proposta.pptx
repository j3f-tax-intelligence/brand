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3F_logo_primari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PROPOSTA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anrope"/>
              </a:rPr>
              <a:t>[Nome do Projeto]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6C9D7"/>
                </a:solidFill>
                <a:latin typeface="Manrope"/>
              </a:rPr>
              <a:t>Preparada para [Cliente]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EE7D7"/>
                </a:solidFill>
                <a:latin typeface="Manrope"/>
              </a:rPr>
              <a:t>[Data] · Validade: 30 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5263"/>
                </a:solidFill>
                <a:latin typeface="Manrope"/>
              </a:rPr>
              <a:t>Escopo do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57200" cy="4572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nrope"/>
              </a:rPr>
              <a:t>[Descrição objetiva do escopo]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5263"/>
                </a:solidFill>
                <a:latin typeface="Manrope"/>
              </a:rPr>
              <a:t>Como vamos executar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57200" cy="4572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nrope"/>
              </a:rPr>
              <a:t>[Etapas, prazos, entregáveis]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5263"/>
                </a:solidFill>
                <a:latin typeface="Manrope"/>
              </a:rPr>
              <a:t>Quem executa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57200" cy="4572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nrope"/>
              </a:rPr>
              <a:t>[Composição da equipe e responsabilidades]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5263"/>
                </a:solidFill>
                <a:latin typeface="Manrope"/>
              </a:rPr>
              <a:t>Quando entregamos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57200" cy="4572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nrope"/>
              </a:rPr>
              <a:t>[Datas-chave]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3F_logo_primario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CCA"/>
                </a:solidFill>
                <a:latin typeface="Manrope"/>
              </a:rPr>
              <a:t>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5263"/>
                </a:solidFill>
                <a:latin typeface="Manrope"/>
              </a:rPr>
              <a:t>Honorários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57200" cy="45720"/>
          </a:xfrm>
          <a:prstGeom prst="rect">
            <a:avLst/>
          </a:prstGeom>
          <a:solidFill>
            <a:srgbClr val="00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nrope"/>
              </a:rPr>
              <a:t>[Valor e condições de pagamento]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3F_logo_primari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09360"/>
            <a:ext cx="1463040" cy="704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nrope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EE7D7"/>
                </a:solidFill>
                <a:latin typeface="Manrope"/>
              </a:rPr>
              <a:t>1. Aprovação da proposta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EE7D7"/>
                </a:solidFill>
                <a:latin typeface="Manrope"/>
              </a:rPr>
              <a:t>2. Assinatura do contrato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EE7D7"/>
                </a:solidFill>
                <a:latin typeface="Manrope"/>
              </a:rPr>
              <a:t>3. Kick-off e início da execução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E947E"/>
                </a:solidFill>
                <a:latin typeface="Manrope"/>
              </a:rPr>
              <a:t>Pagando o justo. Nem um centavo a mais.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
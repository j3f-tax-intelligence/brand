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3F_logo_primari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nrope"/>
              </a:rPr>
              <a:t>J3F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00ACCA"/>
                </a:solidFill>
                <a:latin typeface="Manrope"/>
              </a:rPr>
              <a:t>Tax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EE7D7"/>
                </a:solidFill>
                <a:latin typeface="Manrope"/>
              </a:rPr>
              <a:t>Pagando o justo. Nem um centavo a mais.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5263"/>
                </a:solidFill>
                <a:latin typeface="Manrope"/>
              </a:rPr>
              <a:t>25 anos de inteligência fiscal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457200" cy="4572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Manrope"/>
              </a:rPr>
              <a:t>Consultoria tributária especializada em recuperação de créditos pagos indevidamente, auditoria e planejamento fiscal estratégico. Combinamos profundidade técnica com tecnologia e IA para encontrar oportunidades que outros deixam passar.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5263"/>
                </a:solidFill>
                <a:latin typeface="Manrope"/>
              </a:rPr>
              <a:t>Por que existimos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657600" cy="3657600"/>
          </a:xfrm>
          <a:prstGeom prst="rect">
            <a:avLst/>
          </a:prstGeom>
          <a:solidFill>
            <a:srgbClr val="E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657600" cy="548640"/>
          </a:xfrm>
          <a:prstGeom prst="rect">
            <a:avLst/>
          </a:prstGeom>
          <a:solidFill>
            <a:srgbClr val="0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nrope"/>
              </a:rPr>
              <a:t>POR QUÊ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nrope"/>
              </a:rPr>
              <a:t>Justiça fiscal. Tranquilidade e fôlego financeiro via conformidade.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657600" cy="3657600"/>
          </a:xfrm>
          <a:prstGeom prst="rect">
            <a:avLst/>
          </a:prstGeom>
          <a:solidFill>
            <a:srgbClr val="E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54864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nrope"/>
              </a:rPr>
              <a:t>COMO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nrope"/>
              </a:rPr>
              <a:t>Inteligência fiscal aliada à tecnologia e IA. Profundidade técnica + consultoria.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3657600" cy="3657600"/>
          </a:xfrm>
          <a:prstGeom prst="rect">
            <a:avLst/>
          </a:prstGeom>
          <a:solidFill>
            <a:srgbClr val="E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657600" cy="548640"/>
          </a:xfrm>
          <a:prstGeom prst="rect">
            <a:avLst/>
          </a:prstGeom>
          <a:solidFill>
            <a:srgbClr val="96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nrope"/>
              </a:rPr>
              <a:t>O QUÊ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nrope"/>
              </a:rPr>
              <a:t>Recuperação de créditos, auditoria, planejamento fiscal estratégico.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ENTREGAS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5263"/>
                </a:solidFill>
                <a:latin typeface="Manrope"/>
              </a:rPr>
              <a:t>Inteligência aplicada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37160" cy="13716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nrope"/>
              </a:rPr>
              <a:t>Recuperação de créditos tributários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137160" cy="13716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nrope"/>
              </a:rPr>
              <a:t>Auditoria fiscal consultiva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137160" cy="13716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nrope"/>
              </a:rPr>
              <a:t>Planejamento tributário estratégico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51960"/>
            <a:ext cx="137160" cy="13716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nrope"/>
              </a:rPr>
              <a:t>Due diligence tributária para M&amp;A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37160" cy="13716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nrope"/>
              </a:rPr>
              <a:t>Defesa em contencioso administrativo (CARF)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137160" cy="13716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nrope"/>
              </a:rPr>
              <a:t>Mandados de segurança e ações tributárias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3F_logo_primari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nrope"/>
              </a:rPr>
              <a:t>Vamos conversar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ACCA"/>
                </a:solidFill>
                <a:latin typeface="Manrope"/>
              </a:rPr>
              <a:t>fabio@j3f.com.br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EE7D7"/>
                </a:solidFill>
                <a:latin typeface="Manrope"/>
              </a:rPr>
              <a:t>j3f.com.br · São Paulo, 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E947E"/>
                </a:solidFill>
                <a:latin typeface="Manrope"/>
              </a:rPr>
              <a:t>Precisão técnica. Inteligência fiscal.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